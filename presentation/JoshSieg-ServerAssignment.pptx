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ec1335-ad8d-58ef-24dc-7d3c116a4a92}">
          <p14:sldIdLst>
            <p14:sldId id="256"/>
            <p14:sldId id="257"/>
          </p14:sldIdLst>
        </p14:section>
        <p14:section name="Accounts and connections" id="{7b03adf3-93f7-0652-999d-82239470f35e}">
          <p14:sldIdLst>
            <p14:sldId id="258"/>
            <p14:sldId id="259"/>
            <p14:sldId id="260"/>
          </p14:sldIdLst>
        </p14:section>
        <p14:section name="Storage format and skill" id="{72f335a3-8888-6db3-6048-1f60a21cdd04}">
          <p14:sldIdLst>
            <p14:sldId id="261"/>
            <p14:sldId id="262"/>
            <p14:sldId id="263"/>
            <p14:sldId id="264"/>
          </p14:sldIdLst>
        </p14:section>
        <p14:section name="Dashboard" id="{30119c0d-c209-5d2d-9729-f5a257b58249}">
          <p14:sldIdLst>
            <p14:sldId id="265"/>
            <p14:sldId id="266"/>
          </p14:sldIdLst>
        </p14:section>
        <p14:section name="Original vs dashboard" id="{27fd97a2-c29b-516c-73f1-e563747df41d}">
          <p14:sldIdLst>
            <p14:sldId id="267"/>
            <p14:sldId id="268"/>
            <p14:sldId id="269"/>
            <p14:sldId id="270"/>
          </p14:sldIdLst>
        </p14:section>
        <p14:section name="Wrap-up" id="{77494c6d-8e1c-1066-c5f9-c32762aaae28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connects Claude Code to four cloud services through official MCP connections, downloads their data into a documented local format using a reusable skill, and searches all of it from one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runs in three stages. Each stage was done in its own Claude Code conversation, as the assignment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data was created in a separate Claude Code conversation (Conversation A). Gmail emails were sent by hand from a second test account, because the Gmail connector can read and draft but cannot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GitHub, Notion and Linear are configured in .mcp.json. Google's Gmail MCP server is a Developer Preview that only accepts Google Workspace accounts, so as Prof. Rosenthal suggested, Gmail uses Anthropic's own Gmail connector, which Claude Code loads from the claude.ai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repository is public, so security was designed in: no credentials are stored in files, and the download skill refuses to save account-security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gets its own folder: structured metadata in metadata.json beside readable content. Folder names come from permanent IDs, so downloading an item again updates the same folder instead of creating a duplicate. The full specification is localStorageFormats.md.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shortened metadata.json for one email. The _export block appears in every item for every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tells Claude Code to use this skill for any download. The skill reads localStorageFormats.md first, so the spec is the single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export log shows two runs from two separate conversations. The second prompt never mentioned the format; the skill supplied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a small Node server with no dependencies. It reads the exported files directly and never contacts the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come from the chips in the dashboard for the search "Dana Whitfield".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item on the Gmail website. Right: the same item after download, read from dataExports/ by the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item on the GitHub website. Right: the same item after download, read from dataExports/ by the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item on the Notion website. Right: the same item after download, read from dataExports/ by the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item on the Linear website. Right: the same item after download, read from dataExports/ by the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came from a real problem during the project and is documented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Everything, including data, skill, MCP configuration, dashboard and documentation, is in the public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B1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9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Josh Sieg · HW3 Working With Third Party Services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Claude Code to Gmail, GitHub, Notion and Linear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HW3 · Working With Third Party Services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9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Sieg (solo project) · Prof. Rosenthal · October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A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github.com/NEW-JoshM-Sieg/JoshSieg-ServerAssignment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steps: connect, export, 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talks to Gmail, GitHub, Notion and Linear through MCP, the protocol that lets an AI use a service's own tools.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project skill downloads items into dataExports/ in one documented format, with full metadata, every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14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local dashboard reads those files and searches one service or all four at once, labelling every result by source.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accounts tell one story: Riverstone Coffee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throwaway accounts for every service, filled with realistic data about a fictional Hudson Valley coffee roaster launching an online store and a limited Holiday Blend.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5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Gmail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emails: 9 from "Dana", plus welcome emails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691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repos with READMEs and 22 issues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52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pages: plans, notes, directories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91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E6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issues in 2 projects, with comments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Recurring people link the services: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Dana Whitfield (operations), Marcus Lee (web developer), Priya Raman (designer), Tom Becker (importer), Elena Ortiz (wholesale customer). One search for "Dana Whitfield" finds emails, repos, pages and issues.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services connected in Claude Code</a:t>
            </a:r>
            <a:endParaRPr lang="en-US" sz="2800" dirty="0"/>
          </a:p>
        </p:txBody>
      </p:sp>
      <p:sp>
        <p:nvSpPr>
          <p:cNvPr id="3" name="frame-mcp-connected.png"/>
          <p:cNvSpPr/>
          <p:nvPr/>
        </p:nvSpPr>
        <p:spPr>
          <a:xfrm>
            <a:off x="429768" y="1329767"/>
            <a:ext cx="4352544" cy="2003907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4" name="mcp-connected.png" descr="Claude Code /mcp list showing github, linear, notion and Gmail conn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7199"/>
            <a:ext cx="4297680" cy="19490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58"/>
                </a:solidFill>
              </a:rPr>
              <a:t>/mcp in Claude Code: every server shows ✓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74920" y="100584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3502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Official remote server by GitHub · token from an environment variable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74920" y="178308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B5246"/>
          </a:solidFill>
          <a:ln w="12700">
            <a:solidFill>
              <a:srgbClr val="5B52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1783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NOTION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21122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Official hosted server by Notion · browser sign-in (OAuth)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74920" y="256032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2560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LINEAR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8895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Official hosted server by Linear · browser sign-in (OAuth)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33375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5221F"/>
          </a:solidFill>
          <a:ln w="12700">
            <a:solidFill>
              <a:srgbClr val="C522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0" y="33375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GMAIL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366674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Anthropic's Gmail connector · Google's own server only accepts paid Workspace accounts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 repo with no secrets in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07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Tokens stay outside the repo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.mcp.json only says ${GITHUB_PAT}; the token lives in a Windows environment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307592"/>
            <a:ext cx="384048" cy="384048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07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 sign-in for the rest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Notion, Linear and Gmail use OAuth, so no password or key exists in any file.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90672"/>
            <a:ext cx="384048" cy="384048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06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 emails filtered out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66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Login alerts, recovery notices and a GitHub verification code were skipped and noted in the export log.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090672"/>
            <a:ext cx="384048" cy="384048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0906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Only test identities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566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account is a throwaway made for this assignment; .gitignore blocks common secret files.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folder per item, named so it is unique</a:t>
            </a:r>
            <a:endParaRPr lang="en-US" sz="2800" dirty="0"/>
          </a:p>
        </p:txBody>
      </p:sp>
      <p:sp>
        <p:nvSpPr>
          <p:cNvPr id="3" name="frame-dataexports-folders.png"/>
          <p:cNvSpPr/>
          <p:nvPr/>
        </p:nvSpPr>
        <p:spPr>
          <a:xfrm>
            <a:off x="429768" y="969397"/>
            <a:ext cx="4626864" cy="2724645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4" name="dataexports-folders.png" descr="File Explorer showing dataExports/linear with one folder per iss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6829"/>
            <a:ext cx="4572000" cy="26697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58"/>
                </a:solidFill>
              </a:rPr>
              <a:t>dataExports/linear: one folder per issue, plus _exportLog.json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49240" y="100584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5221F"/>
          </a:solidFill>
          <a:ln w="12700">
            <a:solidFill>
              <a:srgbClr val="C522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4924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GMAIL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3350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received-time_sender_id/  metadata.json, body.txt, body.html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9240" y="178308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1783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1122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owner__repo/  metadata.json, README.md, issues.json, commits.json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256032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B5246"/>
          </a:solidFill>
          <a:ln w="12700">
            <a:solidFill>
              <a:srgbClr val="5B524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49240" y="2560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NOTION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88950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title-slug_id/  metadata.json, content.md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33375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49240" y="33375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LINEAR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6667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RIV-5_title-slug/  metadata.json, description.md, comments.json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item records what it is and how it got 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88136"/>
            <a:ext cx="46085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"subject": "Holiday Blend - green coffee confirmed",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"from": { "name": "Dana Whitfield", "email": "…"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"to":   [ { "email": "joshmsiegman@gmail.com" }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"received_at": "2026-10-19T04:08:01Z",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"labels": [ "CATEGORY_PERSONAL", "INBOX"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"_export":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"schema_version": "1.1",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"exported_at": "2026-10-19T04:43:25Z",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"export_run_id": "2026-10-19_04-43-25_gmail",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"source_query": "Inbox, last 7 days, no security notices",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"mcp_tools_used": [ "search_threads", "get_thread"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Same shape every time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371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Missing fields are written as null, never dropped, so software can rely on them.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UTC timestamps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ISO 8601 with Z; original headers kept verbatim too.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Traceable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_export block names the request, run, server and tools behind each file.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download skill enforces the format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.claude/skills/download-service-data/SKILL.md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90472" cy="1234440"/>
          </a:xfrm>
          <a:prstGeom prst="roundRect">
            <a:avLst>
              <a:gd name="adj" fmla="val 592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481328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Read the spec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737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2F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30552" y="1371600"/>
            <a:ext cx="1490472" cy="1234440"/>
          </a:xfrm>
          <a:prstGeom prst="roundRect">
            <a:avLst>
              <a:gd name="adj" fmla="val 592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481328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Fetch full items via MCP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737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2F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490472" cy="1234440"/>
          </a:xfrm>
          <a:prstGeom prst="roundRect">
            <a:avLst>
              <a:gd name="adj" fmla="val 592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481328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2511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Write a batch file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1737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2F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77256" y="1371600"/>
            <a:ext cx="1490472" cy="1234440"/>
          </a:xfrm>
          <a:prstGeom prst="roundRect">
            <a:avLst>
              <a:gd name="adj" fmla="val 592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481328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98464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68696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Helper saves folders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17373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2F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50608" y="1371600"/>
            <a:ext cx="1490472" cy="1234440"/>
          </a:xfrm>
          <a:prstGeom prst="roundRect">
            <a:avLst>
              <a:gd name="adj" fmla="val 5926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1481328"/>
            <a:ext cx="457200" cy="457200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7181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Validator checks all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008376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…/scripts/validate_exports.js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OK: all exports follow localStorageFormats.md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(first run: 10 Gmail · 10 GitHub · 10 Notion · 12 Linear)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Why scripts, not just instructions: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helper applies every naming rule identically, and the validator proves the result matches the documented format before anything is committed.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fresh conversation reproduced the format exactly</a:t>
            </a:r>
            <a:endParaRPr lang="en-US" sz="2800" dirty="0"/>
          </a:p>
        </p:txBody>
      </p:sp>
      <p:sp>
        <p:nvSpPr>
          <p:cNvPr id="3" name="frame-export-log.png"/>
          <p:cNvSpPr/>
          <p:nvPr/>
        </p:nvSpPr>
        <p:spPr>
          <a:xfrm>
            <a:off x="519197" y="886968"/>
            <a:ext cx="3167846" cy="3803904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4" name="export-log.png" descr="Linear _exportLog.json showing two export r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629" y="914400"/>
            <a:ext cx="3112982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0" y="9601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206240" y="1069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 1 · Conversation B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37160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Asked for everything; 12 Linear issues saved. Real data led to schema 1.1: Notion IDs share their first 8 characters, so names now use the last 8.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23360" y="21945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 2 · Conversation C (after /clear)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6060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Prompt was only "download any new or updated data since the last export". Same format, same Gmail filter, new items in all four services.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34290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35387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Improved by the second run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8404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missed a new GitHub issue, so the skill now checks issue update times, not only code pushes.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dashboard over all 46 downloaded items</a:t>
            </a:r>
            <a:endParaRPr lang="en-US" sz="2800" dirty="0"/>
          </a:p>
        </p:txBody>
      </p:sp>
      <p:sp>
        <p:nvSpPr>
          <p:cNvPr id="3" name="frame-dash-overview.png"/>
          <p:cNvSpPr/>
          <p:nvPr/>
        </p:nvSpPr>
        <p:spPr>
          <a:xfrm>
            <a:off x="476657" y="886968"/>
            <a:ext cx="3252927" cy="3803904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4" name="dash-overview.png" descr="Dashboard showing all 46 i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89" y="914400"/>
            <a:ext cx="3198063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0" y="1005840"/>
            <a:ext cx="347472" cy="347472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26280" y="960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everything at once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13075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All words must match anywhere in the item; quotes for exact phrases.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23360" y="1938528"/>
            <a:ext cx="347472" cy="347472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892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Narrow by service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2402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Chips for Gmail, GitHub, Notion and Linear show match counts.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2871216"/>
            <a:ext cx="347472" cy="347472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8254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Always labelled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172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Each card carries a coloured service badge; details link back to the original.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23360" y="3803904"/>
            <a:ext cx="347472" cy="347472"/>
          </a:xfrm>
          <a:prstGeom prst="ellipse">
            <a:avLst/>
          </a:prstGeom>
          <a:solidFill>
            <a:srgbClr val="B5652F"/>
          </a:solidFill>
          <a:ln w="12700">
            <a:solidFill>
              <a:srgbClr val="B565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37581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Runs locally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1056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node dashboard/server.js, no installs; reads dataExports/ on every search.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search, every service: "Dana Whitfield"</a:t>
            </a:r>
            <a:endParaRPr lang="en-US" sz="2800" dirty="0"/>
          </a:p>
        </p:txBody>
      </p:sp>
      <p:sp>
        <p:nvSpPr>
          <p:cNvPr id="3" name="frame-dash-linear-search.png"/>
          <p:cNvSpPr/>
          <p:nvPr/>
        </p:nvSpPr>
        <p:spPr>
          <a:xfrm>
            <a:off x="612887" y="886968"/>
            <a:ext cx="2706146" cy="3803904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4" name="dash-linear-search.png" descr="Dashboard search for Dana Whitfield filtered to Lin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319" y="914400"/>
            <a:ext cx="2651282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matches across all four services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840480" y="150876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5221F"/>
          </a:solidFill>
          <a:ln w="12700">
            <a:solidFill>
              <a:srgbClr val="C522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40480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GMAIL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0" y="1536192"/>
            <a:ext cx="3456432" cy="237744"/>
          </a:xfrm>
          <a:prstGeom prst="rect">
            <a:avLst/>
          </a:prstGeom>
          <a:solidFill>
            <a:srgbClr val="C5221F"/>
          </a:solidFill>
          <a:ln w="12700">
            <a:solidFill>
              <a:srgbClr val="C522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8563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2075688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075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103120"/>
            <a:ext cx="3456432" cy="237744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85632" y="2075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64261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B5246"/>
          </a:solidFill>
          <a:ln w="12700">
            <a:solidFill>
              <a:srgbClr val="5B52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26426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NOTION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2670048"/>
            <a:ext cx="3072384" cy="237744"/>
          </a:xfrm>
          <a:prstGeom prst="rect">
            <a:avLst/>
          </a:prstGeom>
          <a:solidFill>
            <a:srgbClr val="5B5246"/>
          </a:solidFill>
          <a:ln w="12700">
            <a:solidFill>
              <a:srgbClr val="5B52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01584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209544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3209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LINEAR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37760" y="3236976"/>
            <a:ext cx="2304288" cy="237744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3488" y="3209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840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Clicking the Linear chip narrows the same search to its 6 issues (left), with matches highlighted.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Gmail: original content and the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221F"/>
                </a:solidFill>
              </a:rPr>
              <a:t>ORIGINAL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221F"/>
                </a:solidFill>
              </a:rPr>
              <a:t>DASHBOARD (localhost:3000)</a:t>
            </a:r>
            <a:endParaRPr lang="en-US" sz="1100" dirty="0"/>
          </a:p>
        </p:txBody>
      </p:sp>
      <p:sp>
        <p:nvSpPr>
          <p:cNvPr id="5" name="frame-gmail-orig-green.png"/>
          <p:cNvSpPr/>
          <p:nvPr/>
        </p:nvSpPr>
        <p:spPr>
          <a:xfrm>
            <a:off x="384048" y="1252728"/>
            <a:ext cx="4123944" cy="2079852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6" name="gmail-orig-green.png" descr="Gmail: &quot;Holiday Blend - green coffee confirmed&quo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069080" cy="2024988"/>
          </a:xfrm>
          <a:prstGeom prst="rect">
            <a:avLst/>
          </a:prstGeom>
        </p:spPr>
      </p:pic>
      <p:sp>
        <p:nvSpPr>
          <p:cNvPr id="7" name="frame-dash-gmail.png"/>
          <p:cNvSpPr/>
          <p:nvPr/>
        </p:nvSpPr>
        <p:spPr>
          <a:xfrm>
            <a:off x="4636008" y="1252728"/>
            <a:ext cx="4123944" cy="2117662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8" name="dash-gmail.png" descr="Same email in the dashboard, with sender, time, labels and bo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20627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352583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Gmail: "Holiday Blend - green coffee confirmed"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52583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email in the dashboard, with sender, time, labels and body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original content and the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292F"/>
                </a:solidFill>
              </a:rPr>
              <a:t>ORIGINAL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292F"/>
                </a:solidFill>
              </a:rPr>
              <a:t>DASHBOARD (localhost:3000)</a:t>
            </a:r>
            <a:endParaRPr lang="en-US" sz="1100" dirty="0"/>
          </a:p>
        </p:txBody>
      </p:sp>
      <p:sp>
        <p:nvSpPr>
          <p:cNvPr id="5" name="frame-github-original.png"/>
          <p:cNvSpPr/>
          <p:nvPr/>
        </p:nvSpPr>
        <p:spPr>
          <a:xfrm>
            <a:off x="384048" y="1252728"/>
            <a:ext cx="4123944" cy="2457817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6" name="github-original.png" descr="GitHub: storefront-web READ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069080" cy="2402953"/>
          </a:xfrm>
          <a:prstGeom prst="rect">
            <a:avLst/>
          </a:prstGeom>
        </p:spPr>
      </p:pic>
      <p:sp>
        <p:nvSpPr>
          <p:cNvPr id="7" name="frame-dash-github.png"/>
          <p:cNvSpPr/>
          <p:nvPr/>
        </p:nvSpPr>
        <p:spPr>
          <a:xfrm>
            <a:off x="4636008" y="1252728"/>
            <a:ext cx="4123944" cy="2139613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8" name="dash-github.png" descr="Same repo in the dashboard, with metadata and READ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20847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3865993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GitHub: storefront-web README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865993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repo in the dashboard, with metadata and README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Notion: original content and the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246"/>
                </a:solidFill>
              </a:rPr>
              <a:t>ORIGINAL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5246"/>
                </a:solidFill>
              </a:rPr>
              <a:t>DASHBOARD (localhost:3000)</a:t>
            </a:r>
            <a:endParaRPr lang="en-US" sz="1100" dirty="0"/>
          </a:p>
        </p:txBody>
      </p:sp>
      <p:sp>
        <p:nvSpPr>
          <p:cNvPr id="5" name="frame-notion-original.png"/>
          <p:cNvSpPr/>
          <p:nvPr/>
        </p:nvSpPr>
        <p:spPr>
          <a:xfrm>
            <a:off x="384048" y="1252728"/>
            <a:ext cx="4123944" cy="2058399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6" name="notion-original.png" descr="Notion: Holiday Blend Launch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069080" cy="2003535"/>
          </a:xfrm>
          <a:prstGeom prst="rect">
            <a:avLst/>
          </a:prstGeom>
        </p:spPr>
      </p:pic>
      <p:sp>
        <p:nvSpPr>
          <p:cNvPr id="7" name="frame-dash-notion.png"/>
          <p:cNvSpPr/>
          <p:nvPr/>
        </p:nvSpPr>
        <p:spPr>
          <a:xfrm>
            <a:off x="4636008" y="1252728"/>
            <a:ext cx="4123944" cy="2141739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8" name="dash-notion.png" descr="Same page in the dashboard, converted to Mark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20868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3549915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Notion: Holiday Blend Launch Plan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549915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page in the dashboard, converted to Markdown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Linear: original content and the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D2"/>
                </a:solidFill>
              </a:rPr>
              <a:t>ORIGINAL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D2"/>
                </a:solidFill>
              </a:rPr>
              <a:t>DASHBOARD (localhost:3000)</a:t>
            </a:r>
            <a:endParaRPr lang="en-US" sz="1100" dirty="0"/>
          </a:p>
        </p:txBody>
      </p:sp>
      <p:sp>
        <p:nvSpPr>
          <p:cNvPr id="5" name="frame-linear-original.png"/>
          <p:cNvSpPr/>
          <p:nvPr/>
        </p:nvSpPr>
        <p:spPr>
          <a:xfrm>
            <a:off x="384048" y="1252728"/>
            <a:ext cx="4123944" cy="2021907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6" name="linear-original.png" descr="Linear: RIV-5 pickup vs shipping dec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4069080" cy="1967043"/>
          </a:xfrm>
          <a:prstGeom prst="rect">
            <a:avLst/>
          </a:prstGeom>
        </p:spPr>
      </p:pic>
      <p:sp>
        <p:nvSpPr>
          <p:cNvPr id="7" name="frame-dash-linear.png"/>
          <p:cNvSpPr/>
          <p:nvPr/>
        </p:nvSpPr>
        <p:spPr>
          <a:xfrm>
            <a:off x="4636008" y="1252728"/>
            <a:ext cx="4123944" cy="2103525"/>
          </a:xfrm>
          <a:prstGeom prst="rect">
            <a:avLst/>
          </a:prstGeom>
          <a:solidFill>
            <a:srgbClr val="E4DCD4"/>
          </a:solidFill>
          <a:ln w="12700">
            <a:solidFill>
              <a:srgbClr val="E4DCD4"/>
            </a:solidFill>
            <a:prstDash val="solid"/>
          </a:ln>
        </p:spPr>
      </p:sp>
      <p:pic>
        <p:nvPicPr>
          <p:cNvPr id="8" name="dash-linear.png" descr="Same issue in the dashboard, with team, project, state and prio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20486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3511701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Linear: RIV-5 pickup vs shipping decision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511701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issue in the dashboard, with team, project, state and priority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07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"Official" can mean restricted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Google's Gmail MCP server needs a paid Workspace account, so Gmail used Anthropic's connector instead.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07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 data tests the spec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Notion IDs and archived Linear issues forced documented changes (schema 1.1).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Skills need testing too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66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second run exposed a GitHub blind spot, now fixed in the skill.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EEEA"/>
          </a:solidFill>
          <a:ln w="12700">
            <a:solidFill>
              <a:srgbClr val="F3E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 repos need privacy rules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566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Security emails and verification codes are filtered before anything is saved.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8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A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github.com/NEW-JoshM-Sieg/JoshSieg-ServerAssignment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9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dashboard/server.js  →  http://localhost:3000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9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localStorageFormats.md · Skill: .claude/skills/download-service-data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verstone">
  <a:themeElements>
    <a:clrScheme name="Riverstone">
      <a:dk1>
        <a:srgbClr val="2B1D16"/>
      </a:dk1>
      <a:lt1>
        <a:srgbClr val="FFFFFF"/>
      </a:lt1>
      <a:dk2>
        <a:srgbClr val="5A4636"/>
      </a:dk2>
      <a:lt2>
        <a:srgbClr val="F3EEEA"/>
      </a:lt2>
      <a:accent1>
        <a:srgbClr val="B5652F"/>
      </a:accent1>
      <a:accent2>
        <a:srgbClr val="6B8F71"/>
      </a:accent2>
      <a:accent3>
        <a:srgbClr val="C5221F"/>
      </a:accent3>
      <a:accent4>
        <a:srgbClr val="24292F"/>
      </a:accent4>
      <a:accent5>
        <a:srgbClr val="5E6AD2"/>
      </a:accent5>
      <a:accent6>
        <a:srgbClr val="7A6A58"/>
      </a:accent6>
      <a:hlink>
        <a:srgbClr val="B5652F"/>
      </a:hlink>
      <a:folHlink>
        <a:srgbClr val="7A6A58"/>
      </a:folHlink>
    </a:clrScheme>
    <a:fontScheme name="River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Claude Code to Third-Party Services</dc:title>
  <dc:subject>PptxGenJS Presentation</dc:subject>
  <dc:creator>Josh Sieg</dc:creator>
  <cp:lastModifiedBy>Josh Sieg</cp:lastModifiedBy>
  <cp:revision>1</cp:revision>
  <dcterms:created xsi:type="dcterms:W3CDTF">2026-10-19T21:05:56Z</dcterms:created>
  <dcterms:modified xsi:type="dcterms:W3CDTF">2026-10-19T21:05:56Z</dcterms:modified>
</cp:coreProperties>
</file>